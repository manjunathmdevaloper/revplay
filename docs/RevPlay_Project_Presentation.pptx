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1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2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8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5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9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2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3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389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24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83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85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56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1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46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510" y="2542776"/>
            <a:ext cx="6112033" cy="1267224"/>
          </a:xfrm>
        </p:spPr>
        <p:txBody>
          <a:bodyPr/>
          <a:lstStyle/>
          <a:p>
            <a:r>
              <a:rPr sz="5400" b="1" i="1" dirty="0"/>
              <a:t>R</a:t>
            </a:r>
            <a:r>
              <a:rPr lang="en-IN" sz="5400" b="1" i="1" dirty="0"/>
              <a:t>EVPLAY</a:t>
            </a:r>
            <a:r>
              <a:rPr sz="5400" b="1" i="1" dirty="0"/>
              <a:t> P</a:t>
            </a:r>
            <a:r>
              <a:rPr lang="en-IN" sz="5400" b="1" i="1" dirty="0"/>
              <a:t>ROJECT</a:t>
            </a:r>
            <a:endParaRPr sz="54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214" y="4060364"/>
            <a:ext cx="6711654" cy="1121235"/>
          </a:xfrm>
        </p:spPr>
        <p:txBody>
          <a:bodyPr/>
          <a:lstStyle/>
          <a:p>
            <a:r>
              <a:rPr dirty="0"/>
              <a:t>Console-Based Music Streaming Application</a:t>
            </a:r>
          </a:p>
          <a:p>
            <a:r>
              <a:rPr dirty="0"/>
              <a:t>Java | JDBC | SQL | JUnit | Log4J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573" y="2215676"/>
            <a:ext cx="7055380" cy="1400530"/>
          </a:xfrm>
        </p:spPr>
        <p:txBody>
          <a:bodyPr/>
          <a:lstStyle/>
          <a:p>
            <a:r>
              <a:rPr b="1" i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3788756"/>
            <a:ext cx="6711654" cy="2187501"/>
          </a:xfrm>
        </p:spPr>
        <p:txBody>
          <a:bodyPr/>
          <a:lstStyle/>
          <a:p>
            <a:r>
              <a:rPr dirty="0" err="1"/>
              <a:t>RevPlay</a:t>
            </a:r>
            <a:r>
              <a:rPr dirty="0"/>
              <a:t> is a console-based music streaming app.</a:t>
            </a:r>
          </a:p>
          <a:p>
            <a:r>
              <a:rPr dirty="0"/>
              <a:t>Supports Users &amp; Artists.</a:t>
            </a:r>
          </a:p>
          <a:p>
            <a:r>
              <a:rPr dirty="0"/>
              <a:t>Modular layered architecture.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</a:t>
            </a:r>
          </a:p>
          <a:p>
            <a:r>
              <a:rPr dirty="0"/>
              <a:t>JDBC</a:t>
            </a:r>
          </a:p>
          <a:p>
            <a:r>
              <a:rPr dirty="0"/>
              <a:t>SQL Database</a:t>
            </a:r>
          </a:p>
          <a:p>
            <a:r>
              <a:rPr dirty="0"/>
              <a:t>JUnit</a:t>
            </a:r>
          </a:p>
          <a:p>
            <a:r>
              <a:rPr dirty="0"/>
              <a:t>Log4J</a:t>
            </a:r>
          </a:p>
          <a:p>
            <a:r>
              <a:rPr dirty="0"/>
              <a:t>Git</a:t>
            </a:r>
          </a:p>
          <a:p>
            <a:r>
              <a:rPr dirty="0"/>
              <a:t>Eclipse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User Role –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Register &amp; Login</a:t>
            </a:r>
          </a:p>
          <a:p>
            <a:r>
              <a:rPr dirty="0"/>
              <a:t>Browse Songs</a:t>
            </a:r>
            <a:r>
              <a:rPr lang="en-IN" dirty="0"/>
              <a:t>(by name, genre, artist, album)</a:t>
            </a:r>
            <a:endParaRPr dirty="0"/>
          </a:p>
          <a:p>
            <a:r>
              <a:rPr dirty="0"/>
              <a:t>Play Music</a:t>
            </a:r>
            <a:r>
              <a:rPr lang="en-IN" dirty="0"/>
              <a:t>(play, pause, skip, repeat)</a:t>
            </a:r>
            <a:endParaRPr dirty="0"/>
          </a:p>
          <a:p>
            <a:r>
              <a:rPr dirty="0"/>
              <a:t>Favorites</a:t>
            </a:r>
            <a:r>
              <a:rPr lang="en-IN" dirty="0"/>
              <a:t>(add/remove)</a:t>
            </a:r>
            <a:endParaRPr dirty="0"/>
          </a:p>
          <a:p>
            <a:r>
              <a:rPr dirty="0"/>
              <a:t>Playlists</a:t>
            </a:r>
            <a:r>
              <a:rPr lang="en-IN" dirty="0"/>
              <a:t>(create/update/delete)</a:t>
            </a:r>
          </a:p>
          <a:p>
            <a:r>
              <a:rPr lang="en-IN" dirty="0"/>
              <a:t>View recently played songs(last 5)</a:t>
            </a:r>
            <a:endParaRPr dirty="0"/>
          </a:p>
          <a:p>
            <a:r>
              <a:rPr dirty="0"/>
              <a:t>Listening History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Artist Role –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Artist Profile</a:t>
            </a:r>
            <a:r>
              <a:rPr lang="en-IN" dirty="0"/>
              <a:t>(update profile)</a:t>
            </a:r>
            <a:endParaRPr dirty="0"/>
          </a:p>
          <a:p>
            <a:r>
              <a:rPr dirty="0"/>
              <a:t>Albums</a:t>
            </a:r>
            <a:r>
              <a:rPr lang="en-IN" dirty="0"/>
              <a:t>(create/update/delete)</a:t>
            </a:r>
            <a:endParaRPr dirty="0"/>
          </a:p>
          <a:p>
            <a:r>
              <a:rPr dirty="0"/>
              <a:t>Songs</a:t>
            </a:r>
            <a:r>
              <a:rPr lang="en-IN" dirty="0"/>
              <a:t>(add/update/delete)</a:t>
            </a:r>
            <a:endParaRPr dirty="0"/>
          </a:p>
          <a:p>
            <a:r>
              <a:rPr lang="en-IN" dirty="0"/>
              <a:t>Who added my songs to </a:t>
            </a:r>
            <a:r>
              <a:rPr lang="en-IN" dirty="0" err="1"/>
              <a:t>favorites</a:t>
            </a:r>
            <a:endParaRPr dirty="0"/>
          </a:p>
          <a:p>
            <a:r>
              <a:rPr dirty="0"/>
              <a:t>View Statistics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Layer</a:t>
            </a:r>
          </a:p>
          <a:p>
            <a:r>
              <a:rPr dirty="0"/>
              <a:t>DAO Layer</a:t>
            </a:r>
          </a:p>
          <a:p>
            <a:r>
              <a:rPr dirty="0"/>
              <a:t>Service Layer</a:t>
            </a:r>
          </a:p>
          <a:p>
            <a:r>
              <a:rPr dirty="0"/>
              <a:t>Main/UI Layer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</a:t>
            </a:r>
          </a:p>
          <a:p>
            <a:r>
              <a:rPr dirty="0"/>
              <a:t>Artists</a:t>
            </a:r>
          </a:p>
          <a:p>
            <a:r>
              <a:rPr dirty="0"/>
              <a:t>Songs</a:t>
            </a:r>
          </a:p>
          <a:p>
            <a:r>
              <a:rPr dirty="0"/>
              <a:t>Albums</a:t>
            </a:r>
          </a:p>
          <a:p>
            <a:r>
              <a:rPr dirty="0"/>
              <a:t>Playlists</a:t>
            </a:r>
            <a:endParaRPr lang="en-IN" dirty="0"/>
          </a:p>
          <a:p>
            <a:r>
              <a:rPr lang="en-IN" dirty="0"/>
              <a:t>Playlist Songs</a:t>
            </a:r>
            <a:endParaRPr dirty="0"/>
          </a:p>
          <a:p>
            <a:r>
              <a:rPr dirty="0"/>
              <a:t>Favorites</a:t>
            </a:r>
          </a:p>
          <a:p>
            <a:r>
              <a:rPr dirty="0"/>
              <a:t>Listening History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Music Playback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selects song</a:t>
            </a:r>
          </a:p>
          <a:p>
            <a:r>
              <a:rPr dirty="0"/>
              <a:t>Service logic</a:t>
            </a:r>
          </a:p>
          <a:p>
            <a:r>
              <a:rPr dirty="0"/>
              <a:t>DAO updates DB</a:t>
            </a:r>
          </a:p>
          <a:p>
            <a:r>
              <a:rPr dirty="0"/>
              <a:t>Play count &amp; history updated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Logging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Log4J for logging</a:t>
            </a:r>
          </a:p>
          <a:p>
            <a:r>
              <a:rPr dirty="0"/>
              <a:t>JUnit for testing</a:t>
            </a:r>
          </a:p>
          <a:p>
            <a:r>
              <a:rPr dirty="0"/>
              <a:t>Error handling</a:t>
            </a:r>
          </a:p>
          <a:p>
            <a:r>
              <a:rPr dirty="0"/>
              <a:t>Application monitoring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1572018"/>
          </a:xfrm>
        </p:spPr>
        <p:txBody>
          <a:bodyPr/>
          <a:lstStyle/>
          <a:p>
            <a:r>
              <a:rPr dirty="0"/>
              <a:t>Fully functional console app</a:t>
            </a:r>
          </a:p>
          <a:p>
            <a:r>
              <a:rPr dirty="0"/>
              <a:t>Industry-standard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13E1F-9EA8-032E-21B8-840DAABD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824" y="2728735"/>
            <a:ext cx="4294119" cy="1400530"/>
          </a:xfrm>
        </p:spPr>
        <p:txBody>
          <a:bodyPr/>
          <a:lstStyle/>
          <a:p>
            <a:r>
              <a:rPr lang="en-IN" b="1" i="1" dirty="0">
                <a:solidFill>
                  <a:schemeClr val="tx1"/>
                </a:solidFill>
              </a:rPr>
              <a:t>THANK YOU…!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BB98A-F86E-809E-3F10-2073B5523BA7}"/>
              </a:ext>
            </a:extLst>
          </p:cNvPr>
          <p:cNvSpPr txBox="1"/>
          <p:nvPr/>
        </p:nvSpPr>
        <p:spPr>
          <a:xfrm>
            <a:off x="1834243" y="4348843"/>
            <a:ext cx="4087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/>
              <a:t>Any Doubts…?</a:t>
            </a:r>
          </a:p>
        </p:txBody>
      </p:sp>
    </p:spTree>
    <p:extLst>
      <p:ext uri="{BB962C8B-B14F-4D97-AF65-F5344CB8AC3E}">
        <p14:creationId xmlns:p14="http://schemas.microsoft.com/office/powerpoint/2010/main" val="3615272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</TotalTime>
  <Words>200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REVPLAY PROJECT</vt:lpstr>
      <vt:lpstr>Project Overview</vt:lpstr>
      <vt:lpstr>Technologies Used</vt:lpstr>
      <vt:lpstr>User Role – Features</vt:lpstr>
      <vt:lpstr>Artist Role – Features</vt:lpstr>
      <vt:lpstr>Application Architecture</vt:lpstr>
      <vt:lpstr>Database Design</vt:lpstr>
      <vt:lpstr>Music Playback Flow</vt:lpstr>
      <vt:lpstr>Logging &amp; Testing</vt:lpstr>
      <vt:lpstr>Conclusion</vt:lpstr>
      <vt:lpstr>THANK YOU…!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Manjunath</cp:lastModifiedBy>
  <cp:revision>2</cp:revision>
  <dcterms:created xsi:type="dcterms:W3CDTF">2013-01-27T09:14:16Z</dcterms:created>
  <dcterms:modified xsi:type="dcterms:W3CDTF">2026-01-28T10:58:14Z</dcterms:modified>
  <cp:category/>
</cp:coreProperties>
</file>